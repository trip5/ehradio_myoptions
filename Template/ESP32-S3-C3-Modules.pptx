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-1566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F6C8-D197-42E4-A426-36F6F05874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2BDB47-BACF-4815-B282-95817061A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12F65-60F3-47B6-8C0A-42CE1B8CE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D6313-D01D-4C39-834D-0FF28AAA8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A8D30-CDB3-41E5-94B8-622620465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38187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96590-6308-4E6F-A588-9E3A470E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FD6F5-638D-44C1-B8E6-742F3F709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58D92-14DE-4533-B705-6952DF032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5211C-14E1-4F8A-9DC3-4E2D4D6E4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4E02A-D402-416F-80A7-CD72DE38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3927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4B25D-6629-464B-8094-357EE723F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EDA03-5523-44FF-9207-01E0A12A5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FE95A-35EA-4BAB-992B-2E0834B12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1E5D2-B6F4-4847-A117-F3A86D472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B883B-7A59-4B83-B745-88BCF73B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9377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16940-423D-454F-BA72-910A6248D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274B2-76B6-4AB3-8294-36ACF8C6A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89003-B017-43AB-B6A6-62F070A02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BF5EA-10E6-4A60-8610-068F6184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3DE5D4-282C-4472-93F4-9DFAE762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B45D7-2D0B-4EC2-9B21-CD219DD93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299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C9A4D-590E-4669-8C62-1A98A3D29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9DA10-6397-4CD9-A1B8-F311062FA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D67D8-EA3C-4088-BE14-EE313EBD1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C3B121-7C69-43AC-AA96-E21B4639D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74B91-AEA8-47FD-9F3A-552D971A5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6D20AB-C45D-4586-80FD-19256B94E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9E0EA-945F-4CA8-984C-3589B94C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F8B55D-1A6A-494A-87D8-8C453DF85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148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4FAB-7B4E-44AF-8F1B-7EFE94657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BDDF-107B-4C11-9524-2F9D0CA4A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6C47A5-4CBC-4489-AB6A-E9BC53BF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0B02FD-73AA-40E1-A49A-C4DD6781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059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63BC56-A34B-4483-BC1F-C7F7AAF53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C12A35-3551-49F5-9219-5102D23CF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A2127-8625-4F35-90EE-834CCA13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8111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36CC-ABAE-411B-9E6C-9B21D4CB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0BCA9-2AA3-44EC-ADB2-773E5EF25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8F9EB-1CC1-407A-90F8-F3A9C8903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33F50B-1A26-4EAF-8EC6-57B49E97A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6C8EF-F3DA-4E1B-9CE8-C47924AE3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748D7-68E9-41BC-B6B9-1BF8F362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3642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22BAA-3609-46A3-9728-8C32C660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3F033-A2AC-4074-AD5F-13E1568F11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1510F-E236-4408-B7F3-DDEE133D1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98859-7BBC-4342-A1DC-B0B4F158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36118-CC2F-4081-A6E7-05E3F01F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82B200-59F4-4580-BF57-62CE2B74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8577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9C93-2163-4782-9954-25C6C76E4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EF43B0-1FD2-4952-B460-BB1ADFAF7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CEC21-2385-4CDE-B3F1-FC295712B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D9F03-8B52-489B-85A8-342BA78D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CC654-71C9-4F0C-AB1D-F5E576F58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4212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5B7CF7-47B0-44F7-B5D8-7ACE9A755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C222B8-36B0-425F-9B66-F23654026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A942D-2DC3-4BDC-8400-BF08B43B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33F53-B448-49C0-8CBF-3590049F2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15646-D735-444B-B6C6-99A3A6E7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1589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06636C-62F1-44E3-AE0C-89EFEC4DC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FA857-4AFA-4F37-B5D4-A48D96B9C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4AD78-B7AC-4091-BDAD-5314F8023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E85A2E-06BE-4A39-B8AF-FF07EB21D12B}" type="datetimeFigureOut">
              <a:rPr lang="en-CA" smtClean="0"/>
              <a:t>2025-01-12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CD7B1-F995-4C83-B8A4-9BD41719E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95D30-3E24-4CEF-B3F8-C67A4E84F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F09BCE-E401-42C9-ABBC-A8AC352F715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3125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Straight Connector 271">
            <a:extLst>
              <a:ext uri="{FF2B5EF4-FFF2-40B4-BE49-F238E27FC236}">
                <a16:creationId xmlns:a16="http://schemas.microsoft.com/office/drawing/2014/main" id="{FCAC2187-94B7-469D-80AA-80B699041583}"/>
              </a:ext>
            </a:extLst>
          </p:cNvPr>
          <p:cNvCxnSpPr>
            <a:cxnSpLocks/>
            <a:stCxn id="152" idx="1"/>
          </p:cNvCxnSpPr>
          <p:nvPr/>
        </p:nvCxnSpPr>
        <p:spPr>
          <a:xfrm flipH="1">
            <a:off x="7507116" y="352649"/>
            <a:ext cx="379584" cy="1256686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3E1A31F0-234F-4762-B7C8-1BFFEB287715}"/>
              </a:ext>
            </a:extLst>
          </p:cNvPr>
          <p:cNvCxnSpPr>
            <a:cxnSpLocks/>
            <a:stCxn id="164" idx="1"/>
          </p:cNvCxnSpPr>
          <p:nvPr/>
        </p:nvCxnSpPr>
        <p:spPr>
          <a:xfrm flipH="1">
            <a:off x="7452670" y="3612576"/>
            <a:ext cx="434030" cy="98109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Straight Connector 273">
            <a:extLst>
              <a:ext uri="{FF2B5EF4-FFF2-40B4-BE49-F238E27FC236}">
                <a16:creationId xmlns:a16="http://schemas.microsoft.com/office/drawing/2014/main" id="{33717C3E-3B4A-4978-B106-21D1DCBF3AA8}"/>
              </a:ext>
            </a:extLst>
          </p:cNvPr>
          <p:cNvCxnSpPr>
            <a:cxnSpLocks/>
            <a:stCxn id="165" idx="1"/>
          </p:cNvCxnSpPr>
          <p:nvPr/>
        </p:nvCxnSpPr>
        <p:spPr>
          <a:xfrm flipH="1" flipV="1">
            <a:off x="7452670" y="3895112"/>
            <a:ext cx="434030" cy="1382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57175B55-680E-46D9-8FB0-4670B78A159C}"/>
              </a:ext>
            </a:extLst>
          </p:cNvPr>
          <p:cNvCxnSpPr>
            <a:cxnSpLocks/>
            <a:stCxn id="167" idx="1"/>
          </p:cNvCxnSpPr>
          <p:nvPr/>
        </p:nvCxnSpPr>
        <p:spPr>
          <a:xfrm flipH="1" flipV="1">
            <a:off x="7438974" y="4052169"/>
            <a:ext cx="447726" cy="15312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>
            <a:extLst>
              <a:ext uri="{FF2B5EF4-FFF2-40B4-BE49-F238E27FC236}">
                <a16:creationId xmlns:a16="http://schemas.microsoft.com/office/drawing/2014/main" id="{23F8AB41-987B-4259-A884-215723B97AC2}"/>
              </a:ext>
            </a:extLst>
          </p:cNvPr>
          <p:cNvCxnSpPr>
            <a:cxnSpLocks/>
            <a:stCxn id="163" idx="1"/>
          </p:cNvCxnSpPr>
          <p:nvPr/>
        </p:nvCxnSpPr>
        <p:spPr>
          <a:xfrm flipH="1">
            <a:off x="7452670" y="3316219"/>
            <a:ext cx="434030" cy="20631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AEA70391-BA3C-49CE-BE21-59C2DA3542BB}"/>
              </a:ext>
            </a:extLst>
          </p:cNvPr>
          <p:cNvCxnSpPr>
            <a:cxnSpLocks/>
            <a:stCxn id="162" idx="1"/>
          </p:cNvCxnSpPr>
          <p:nvPr/>
        </p:nvCxnSpPr>
        <p:spPr>
          <a:xfrm flipH="1">
            <a:off x="7479056" y="3019862"/>
            <a:ext cx="407644" cy="33356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B33F2474-4C7D-4A3E-B18F-B5959C0696F5}"/>
              </a:ext>
            </a:extLst>
          </p:cNvPr>
          <p:cNvCxnSpPr>
            <a:cxnSpLocks/>
            <a:stCxn id="159" idx="1"/>
          </p:cNvCxnSpPr>
          <p:nvPr/>
        </p:nvCxnSpPr>
        <p:spPr>
          <a:xfrm flipH="1">
            <a:off x="7497174" y="2427148"/>
            <a:ext cx="389526" cy="520738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E89E73C9-5C77-49C8-AC50-B2A178891CD0}"/>
              </a:ext>
            </a:extLst>
          </p:cNvPr>
          <p:cNvCxnSpPr>
            <a:cxnSpLocks/>
            <a:stCxn id="160" idx="1"/>
          </p:cNvCxnSpPr>
          <p:nvPr/>
        </p:nvCxnSpPr>
        <p:spPr>
          <a:xfrm flipH="1">
            <a:off x="7479056" y="2723505"/>
            <a:ext cx="407644" cy="433763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D77462AE-2CD4-4B84-8A81-E4C366F1B80B}"/>
              </a:ext>
            </a:extLst>
          </p:cNvPr>
          <p:cNvCxnSpPr>
            <a:cxnSpLocks/>
            <a:stCxn id="158" idx="1"/>
          </p:cNvCxnSpPr>
          <p:nvPr/>
        </p:nvCxnSpPr>
        <p:spPr>
          <a:xfrm flipH="1">
            <a:off x="7483784" y="2130791"/>
            <a:ext cx="402916" cy="63201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19F1D86C-2AF1-4CB6-A3CA-E1482325FCBB}"/>
              </a:ext>
            </a:extLst>
          </p:cNvPr>
          <p:cNvCxnSpPr>
            <a:cxnSpLocks/>
            <a:stCxn id="157" idx="1"/>
          </p:cNvCxnSpPr>
          <p:nvPr/>
        </p:nvCxnSpPr>
        <p:spPr>
          <a:xfrm flipH="1">
            <a:off x="7497174" y="1834434"/>
            <a:ext cx="389526" cy="74089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F8AA6D88-7E46-4A33-ADA6-C1F8EC01752C}"/>
              </a:ext>
            </a:extLst>
          </p:cNvPr>
          <p:cNvCxnSpPr>
            <a:cxnSpLocks/>
            <a:stCxn id="156" idx="1"/>
          </p:cNvCxnSpPr>
          <p:nvPr/>
        </p:nvCxnSpPr>
        <p:spPr>
          <a:xfrm flipH="1">
            <a:off x="7479056" y="1538077"/>
            <a:ext cx="407644" cy="882017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65F9FDFF-BB1C-4A0E-938E-8738A27ECB9F}"/>
              </a:ext>
            </a:extLst>
          </p:cNvPr>
          <p:cNvCxnSpPr>
            <a:cxnSpLocks/>
            <a:stCxn id="155" idx="1"/>
          </p:cNvCxnSpPr>
          <p:nvPr/>
        </p:nvCxnSpPr>
        <p:spPr>
          <a:xfrm flipH="1">
            <a:off x="7507116" y="1241720"/>
            <a:ext cx="379584" cy="922317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09B334AF-80C7-4E34-8FAA-D916A07D882D}"/>
              </a:ext>
            </a:extLst>
          </p:cNvPr>
          <p:cNvCxnSpPr>
            <a:cxnSpLocks/>
            <a:stCxn id="154" idx="1"/>
          </p:cNvCxnSpPr>
          <p:nvPr/>
        </p:nvCxnSpPr>
        <p:spPr>
          <a:xfrm flipH="1">
            <a:off x="7507116" y="945363"/>
            <a:ext cx="379584" cy="107476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Straight Connector 284">
            <a:extLst>
              <a:ext uri="{FF2B5EF4-FFF2-40B4-BE49-F238E27FC236}">
                <a16:creationId xmlns:a16="http://schemas.microsoft.com/office/drawing/2014/main" id="{0290E97C-68AC-49EC-A099-B783F9CD0445}"/>
              </a:ext>
            </a:extLst>
          </p:cNvPr>
          <p:cNvCxnSpPr>
            <a:cxnSpLocks/>
            <a:stCxn id="153" idx="1"/>
          </p:cNvCxnSpPr>
          <p:nvPr/>
        </p:nvCxnSpPr>
        <p:spPr>
          <a:xfrm flipH="1">
            <a:off x="7507116" y="649006"/>
            <a:ext cx="379584" cy="1170948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2C096667-0924-41AF-A33A-7A86B374D8EB}"/>
              </a:ext>
            </a:extLst>
          </p:cNvPr>
          <p:cNvCxnSpPr>
            <a:cxnSpLocks/>
            <a:stCxn id="138" idx="3"/>
          </p:cNvCxnSpPr>
          <p:nvPr/>
        </p:nvCxnSpPr>
        <p:spPr>
          <a:xfrm>
            <a:off x="4310027" y="352649"/>
            <a:ext cx="366718" cy="1240953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Straight Connector 286">
            <a:extLst>
              <a:ext uri="{FF2B5EF4-FFF2-40B4-BE49-F238E27FC236}">
                <a16:creationId xmlns:a16="http://schemas.microsoft.com/office/drawing/2014/main" id="{06FAACE0-0523-4D98-ADB6-923CAF245C26}"/>
              </a:ext>
            </a:extLst>
          </p:cNvPr>
          <p:cNvCxnSpPr>
            <a:cxnSpLocks/>
          </p:cNvCxnSpPr>
          <p:nvPr/>
        </p:nvCxnSpPr>
        <p:spPr>
          <a:xfrm flipH="1">
            <a:off x="4945344" y="4211660"/>
            <a:ext cx="76602" cy="567774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7E7FF5F9-2E1A-4865-BAD7-9498DD0F7FB8}"/>
              </a:ext>
            </a:extLst>
          </p:cNvPr>
          <p:cNvCxnSpPr>
            <a:cxnSpLocks/>
          </p:cNvCxnSpPr>
          <p:nvPr/>
        </p:nvCxnSpPr>
        <p:spPr>
          <a:xfrm flipH="1">
            <a:off x="5072298" y="4205290"/>
            <a:ext cx="161590" cy="839784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Straight Connector 288">
            <a:extLst>
              <a:ext uri="{FF2B5EF4-FFF2-40B4-BE49-F238E27FC236}">
                <a16:creationId xmlns:a16="http://schemas.microsoft.com/office/drawing/2014/main" id="{DA5F1DBE-0038-4456-9D1F-112053E9C3B5}"/>
              </a:ext>
            </a:extLst>
          </p:cNvPr>
          <p:cNvCxnSpPr>
            <a:cxnSpLocks/>
          </p:cNvCxnSpPr>
          <p:nvPr/>
        </p:nvCxnSpPr>
        <p:spPr>
          <a:xfrm flipH="1">
            <a:off x="5202782" y="4195552"/>
            <a:ext cx="233409" cy="1099665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7127F75F-C6DA-40C9-BCE9-581DD0670FA0}"/>
              </a:ext>
            </a:extLst>
          </p:cNvPr>
          <p:cNvCxnSpPr>
            <a:cxnSpLocks/>
          </p:cNvCxnSpPr>
          <p:nvPr/>
        </p:nvCxnSpPr>
        <p:spPr>
          <a:xfrm flipH="1">
            <a:off x="5429088" y="4185814"/>
            <a:ext cx="192005" cy="136964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Connector 290">
            <a:extLst>
              <a:ext uri="{FF2B5EF4-FFF2-40B4-BE49-F238E27FC236}">
                <a16:creationId xmlns:a16="http://schemas.microsoft.com/office/drawing/2014/main" id="{CC54A265-3B54-457E-982B-B5CC3A71795F}"/>
              </a:ext>
            </a:extLst>
          </p:cNvPr>
          <p:cNvCxnSpPr>
            <a:cxnSpLocks/>
          </p:cNvCxnSpPr>
          <p:nvPr/>
        </p:nvCxnSpPr>
        <p:spPr>
          <a:xfrm flipH="1">
            <a:off x="5695951" y="4211660"/>
            <a:ext cx="112962" cy="1539059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Straight Connector 291">
            <a:extLst>
              <a:ext uri="{FF2B5EF4-FFF2-40B4-BE49-F238E27FC236}">
                <a16:creationId xmlns:a16="http://schemas.microsoft.com/office/drawing/2014/main" id="{7365CECF-D02F-44D3-8962-B6BE4EDB460B}"/>
              </a:ext>
            </a:extLst>
          </p:cNvPr>
          <p:cNvCxnSpPr>
            <a:cxnSpLocks/>
          </p:cNvCxnSpPr>
          <p:nvPr/>
        </p:nvCxnSpPr>
        <p:spPr>
          <a:xfrm>
            <a:off x="5996164" y="4233863"/>
            <a:ext cx="0" cy="1764607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Connector 292">
            <a:extLst>
              <a:ext uri="{FF2B5EF4-FFF2-40B4-BE49-F238E27FC236}">
                <a16:creationId xmlns:a16="http://schemas.microsoft.com/office/drawing/2014/main" id="{62941B90-C9B9-4F26-8641-D2CFB8B4A2ED}"/>
              </a:ext>
            </a:extLst>
          </p:cNvPr>
          <p:cNvCxnSpPr>
            <a:cxnSpLocks/>
            <a:stCxn id="149" idx="3"/>
          </p:cNvCxnSpPr>
          <p:nvPr/>
        </p:nvCxnSpPr>
        <p:spPr>
          <a:xfrm>
            <a:off x="4305299" y="3612576"/>
            <a:ext cx="443903" cy="83243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Connector 293">
            <a:extLst>
              <a:ext uri="{FF2B5EF4-FFF2-40B4-BE49-F238E27FC236}">
                <a16:creationId xmlns:a16="http://schemas.microsoft.com/office/drawing/2014/main" id="{D40A605D-3FA0-4DE5-97E0-24A07B9486E4}"/>
              </a:ext>
            </a:extLst>
          </p:cNvPr>
          <p:cNvCxnSpPr>
            <a:cxnSpLocks/>
            <a:stCxn id="150" idx="3"/>
          </p:cNvCxnSpPr>
          <p:nvPr/>
        </p:nvCxnSpPr>
        <p:spPr>
          <a:xfrm flipV="1">
            <a:off x="4305299" y="3887792"/>
            <a:ext cx="502919" cy="2114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Connector 294">
            <a:extLst>
              <a:ext uri="{FF2B5EF4-FFF2-40B4-BE49-F238E27FC236}">
                <a16:creationId xmlns:a16="http://schemas.microsoft.com/office/drawing/2014/main" id="{3ED34269-A9CA-4033-A4F0-47B8C4B2E794}"/>
              </a:ext>
            </a:extLst>
          </p:cNvPr>
          <p:cNvCxnSpPr>
            <a:cxnSpLocks/>
            <a:stCxn id="151" idx="3"/>
          </p:cNvCxnSpPr>
          <p:nvPr/>
        </p:nvCxnSpPr>
        <p:spPr>
          <a:xfrm flipV="1">
            <a:off x="4305299" y="4062395"/>
            <a:ext cx="443903" cy="142895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Connector 295">
            <a:extLst>
              <a:ext uri="{FF2B5EF4-FFF2-40B4-BE49-F238E27FC236}">
                <a16:creationId xmlns:a16="http://schemas.microsoft.com/office/drawing/2014/main" id="{AADEA25B-0E7C-408F-BAE5-F2C0F965C27D}"/>
              </a:ext>
            </a:extLst>
          </p:cNvPr>
          <p:cNvCxnSpPr>
            <a:cxnSpLocks/>
            <a:stCxn id="148" idx="3"/>
          </p:cNvCxnSpPr>
          <p:nvPr/>
        </p:nvCxnSpPr>
        <p:spPr>
          <a:xfrm>
            <a:off x="4305299" y="3316219"/>
            <a:ext cx="433952" cy="21319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Straight Connector 296">
            <a:extLst>
              <a:ext uri="{FF2B5EF4-FFF2-40B4-BE49-F238E27FC236}">
                <a16:creationId xmlns:a16="http://schemas.microsoft.com/office/drawing/2014/main" id="{11E14F86-AD45-4A0A-A8AE-8D57E0D4804D}"/>
              </a:ext>
            </a:extLst>
          </p:cNvPr>
          <p:cNvCxnSpPr>
            <a:cxnSpLocks/>
            <a:stCxn id="147" idx="3"/>
          </p:cNvCxnSpPr>
          <p:nvPr/>
        </p:nvCxnSpPr>
        <p:spPr>
          <a:xfrm>
            <a:off x="4305299" y="3019862"/>
            <a:ext cx="434030" cy="339786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Straight Connector 297">
            <a:extLst>
              <a:ext uri="{FF2B5EF4-FFF2-40B4-BE49-F238E27FC236}">
                <a16:creationId xmlns:a16="http://schemas.microsoft.com/office/drawing/2014/main" id="{CDD97E45-4E4F-49A4-A70F-6BC858A6B5E6}"/>
              </a:ext>
            </a:extLst>
          </p:cNvPr>
          <p:cNvCxnSpPr>
            <a:cxnSpLocks/>
            <a:stCxn id="145" idx="3"/>
          </p:cNvCxnSpPr>
          <p:nvPr/>
        </p:nvCxnSpPr>
        <p:spPr>
          <a:xfrm>
            <a:off x="4305299" y="2427148"/>
            <a:ext cx="402918" cy="535799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A579BB2B-F618-445E-ADB4-A835C0612995}"/>
              </a:ext>
            </a:extLst>
          </p:cNvPr>
          <p:cNvCxnSpPr>
            <a:cxnSpLocks/>
            <a:stCxn id="146" idx="3"/>
          </p:cNvCxnSpPr>
          <p:nvPr/>
        </p:nvCxnSpPr>
        <p:spPr>
          <a:xfrm>
            <a:off x="4305299" y="2723505"/>
            <a:ext cx="389526" cy="415869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60952917-4782-450B-9654-0EE05407405F}"/>
              </a:ext>
            </a:extLst>
          </p:cNvPr>
          <p:cNvCxnSpPr>
            <a:cxnSpLocks/>
            <a:stCxn id="144" idx="3"/>
          </p:cNvCxnSpPr>
          <p:nvPr/>
        </p:nvCxnSpPr>
        <p:spPr>
          <a:xfrm>
            <a:off x="4305299" y="2130791"/>
            <a:ext cx="389526" cy="63642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C4BCBEED-B903-49FD-803E-CF104D090D1D}"/>
              </a:ext>
            </a:extLst>
          </p:cNvPr>
          <p:cNvCxnSpPr>
            <a:cxnSpLocks/>
            <a:stCxn id="143" idx="3"/>
          </p:cNvCxnSpPr>
          <p:nvPr/>
        </p:nvCxnSpPr>
        <p:spPr>
          <a:xfrm>
            <a:off x="4305299" y="1834434"/>
            <a:ext cx="384798" cy="74956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8E98862A-F90D-4066-A587-ABB20A00548A}"/>
              </a:ext>
            </a:extLst>
          </p:cNvPr>
          <p:cNvCxnSpPr>
            <a:cxnSpLocks/>
            <a:stCxn id="142" idx="3"/>
          </p:cNvCxnSpPr>
          <p:nvPr/>
        </p:nvCxnSpPr>
        <p:spPr>
          <a:xfrm>
            <a:off x="4305299" y="1538077"/>
            <a:ext cx="384798" cy="867123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Straight Connector 302">
            <a:extLst>
              <a:ext uri="{FF2B5EF4-FFF2-40B4-BE49-F238E27FC236}">
                <a16:creationId xmlns:a16="http://schemas.microsoft.com/office/drawing/2014/main" id="{D1217D0D-0D24-4B7F-B686-976442991859}"/>
              </a:ext>
            </a:extLst>
          </p:cNvPr>
          <p:cNvCxnSpPr>
            <a:cxnSpLocks/>
            <a:stCxn id="141" idx="3"/>
          </p:cNvCxnSpPr>
          <p:nvPr/>
        </p:nvCxnSpPr>
        <p:spPr>
          <a:xfrm>
            <a:off x="4305299" y="1241720"/>
            <a:ext cx="375344" cy="93351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Straight Connector 303">
            <a:extLst>
              <a:ext uri="{FF2B5EF4-FFF2-40B4-BE49-F238E27FC236}">
                <a16:creationId xmlns:a16="http://schemas.microsoft.com/office/drawing/2014/main" id="{E1E8E36B-DBD9-4747-A2BB-52654D5D0EBC}"/>
              </a:ext>
            </a:extLst>
          </p:cNvPr>
          <p:cNvCxnSpPr>
            <a:cxnSpLocks/>
            <a:stCxn id="140" idx="3"/>
          </p:cNvCxnSpPr>
          <p:nvPr/>
        </p:nvCxnSpPr>
        <p:spPr>
          <a:xfrm>
            <a:off x="4305299" y="945363"/>
            <a:ext cx="375344" cy="1063016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Straight Connector 304">
            <a:extLst>
              <a:ext uri="{FF2B5EF4-FFF2-40B4-BE49-F238E27FC236}">
                <a16:creationId xmlns:a16="http://schemas.microsoft.com/office/drawing/2014/main" id="{9B45B038-076A-49B8-A76C-480D90CB0B82}"/>
              </a:ext>
            </a:extLst>
          </p:cNvPr>
          <p:cNvCxnSpPr>
            <a:cxnSpLocks/>
            <a:stCxn id="139" idx="3"/>
          </p:cNvCxnSpPr>
          <p:nvPr/>
        </p:nvCxnSpPr>
        <p:spPr>
          <a:xfrm>
            <a:off x="4305299" y="649006"/>
            <a:ext cx="379484" cy="1173916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Connector 305">
            <a:extLst>
              <a:ext uri="{FF2B5EF4-FFF2-40B4-BE49-F238E27FC236}">
                <a16:creationId xmlns:a16="http://schemas.microsoft.com/office/drawing/2014/main" id="{F3535214-27A9-460D-AE8C-6EA296E34604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4305299" y="4501647"/>
            <a:ext cx="639733" cy="284845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Connector 306">
            <a:extLst>
              <a:ext uri="{FF2B5EF4-FFF2-40B4-BE49-F238E27FC236}">
                <a16:creationId xmlns:a16="http://schemas.microsoft.com/office/drawing/2014/main" id="{9A09CF0E-1647-4B62-82C1-765B85A4E923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4305299" y="4798004"/>
            <a:ext cx="758969" cy="24707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Straight Connector 307">
            <a:extLst>
              <a:ext uri="{FF2B5EF4-FFF2-40B4-BE49-F238E27FC236}">
                <a16:creationId xmlns:a16="http://schemas.microsoft.com/office/drawing/2014/main" id="{B3F1D642-6E2C-4F12-A997-78C2EE1A1BAA}"/>
              </a:ext>
            </a:extLst>
          </p:cNvPr>
          <p:cNvCxnSpPr>
            <a:cxnSpLocks/>
            <a:stCxn id="180" idx="3"/>
          </p:cNvCxnSpPr>
          <p:nvPr/>
        </p:nvCxnSpPr>
        <p:spPr>
          <a:xfrm>
            <a:off x="4305299" y="5094361"/>
            <a:ext cx="887806" cy="200856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>
            <a:extLst>
              <a:ext uri="{FF2B5EF4-FFF2-40B4-BE49-F238E27FC236}">
                <a16:creationId xmlns:a16="http://schemas.microsoft.com/office/drawing/2014/main" id="{951B0B76-6DEE-4ADF-B57C-70A336B65D23}"/>
              </a:ext>
            </a:extLst>
          </p:cNvPr>
          <p:cNvCxnSpPr>
            <a:cxnSpLocks/>
            <a:stCxn id="181" idx="3"/>
          </p:cNvCxnSpPr>
          <p:nvPr/>
        </p:nvCxnSpPr>
        <p:spPr>
          <a:xfrm>
            <a:off x="4305299" y="5390718"/>
            <a:ext cx="1123288" cy="174385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>
            <a:extLst>
              <a:ext uri="{FF2B5EF4-FFF2-40B4-BE49-F238E27FC236}">
                <a16:creationId xmlns:a16="http://schemas.microsoft.com/office/drawing/2014/main" id="{D5E6B6E4-7D74-467A-B5DC-6FBFFB685DC2}"/>
              </a:ext>
            </a:extLst>
          </p:cNvPr>
          <p:cNvCxnSpPr>
            <a:cxnSpLocks/>
            <a:stCxn id="182" idx="3"/>
          </p:cNvCxnSpPr>
          <p:nvPr/>
        </p:nvCxnSpPr>
        <p:spPr>
          <a:xfrm>
            <a:off x="4305299" y="5682841"/>
            <a:ext cx="1389789" cy="7347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Connector 310">
            <a:extLst>
              <a:ext uri="{FF2B5EF4-FFF2-40B4-BE49-F238E27FC236}">
                <a16:creationId xmlns:a16="http://schemas.microsoft.com/office/drawing/2014/main" id="{E53CF3DE-4EE9-4867-B7AF-D2B65C097088}"/>
              </a:ext>
            </a:extLst>
          </p:cNvPr>
          <p:cNvCxnSpPr>
            <a:cxnSpLocks/>
            <a:stCxn id="183" idx="3"/>
          </p:cNvCxnSpPr>
          <p:nvPr/>
        </p:nvCxnSpPr>
        <p:spPr>
          <a:xfrm>
            <a:off x="4305299" y="5991697"/>
            <a:ext cx="1690865" cy="13547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9492B51-DC8A-4089-938E-6005DFA3D27C}"/>
              </a:ext>
            </a:extLst>
          </p:cNvPr>
          <p:cNvCxnSpPr>
            <a:cxnSpLocks/>
          </p:cNvCxnSpPr>
          <p:nvPr/>
        </p:nvCxnSpPr>
        <p:spPr>
          <a:xfrm>
            <a:off x="7155969" y="4233863"/>
            <a:ext cx="91481" cy="54557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A2DBABDB-9924-4794-BA9E-1B57F116C63E}"/>
              </a:ext>
            </a:extLst>
          </p:cNvPr>
          <p:cNvCxnSpPr>
            <a:cxnSpLocks/>
          </p:cNvCxnSpPr>
          <p:nvPr/>
        </p:nvCxnSpPr>
        <p:spPr>
          <a:xfrm>
            <a:off x="6948577" y="4211660"/>
            <a:ext cx="180274" cy="83936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AC255ABC-8E6D-4837-A9DB-E038E6D9ECB4}"/>
              </a:ext>
            </a:extLst>
          </p:cNvPr>
          <p:cNvCxnSpPr>
            <a:cxnSpLocks/>
          </p:cNvCxnSpPr>
          <p:nvPr/>
        </p:nvCxnSpPr>
        <p:spPr>
          <a:xfrm>
            <a:off x="6751924" y="4211660"/>
            <a:ext cx="226618" cy="109330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9F3FDA9B-74F1-4AEA-9E27-484EC7858AB8}"/>
              </a:ext>
            </a:extLst>
          </p:cNvPr>
          <p:cNvCxnSpPr>
            <a:cxnSpLocks/>
          </p:cNvCxnSpPr>
          <p:nvPr/>
        </p:nvCxnSpPr>
        <p:spPr>
          <a:xfrm>
            <a:off x="6566762" y="4273806"/>
            <a:ext cx="196653" cy="1293676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7436C414-169A-4201-B425-D4E589977F77}"/>
              </a:ext>
            </a:extLst>
          </p:cNvPr>
          <p:cNvCxnSpPr>
            <a:cxnSpLocks/>
          </p:cNvCxnSpPr>
          <p:nvPr/>
        </p:nvCxnSpPr>
        <p:spPr>
          <a:xfrm>
            <a:off x="6391321" y="4233863"/>
            <a:ext cx="98503" cy="152660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49CEF66E-D9F9-4270-B1A2-14821BC39172}"/>
              </a:ext>
            </a:extLst>
          </p:cNvPr>
          <p:cNvCxnSpPr>
            <a:cxnSpLocks/>
          </p:cNvCxnSpPr>
          <p:nvPr/>
        </p:nvCxnSpPr>
        <p:spPr>
          <a:xfrm flipH="1">
            <a:off x="6177005" y="4233863"/>
            <a:ext cx="7232" cy="1769755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66043BA5-C8EF-4756-BF87-6B1372572DA3}"/>
              </a:ext>
            </a:extLst>
          </p:cNvPr>
          <p:cNvCxnSpPr>
            <a:cxnSpLocks/>
            <a:stCxn id="168" idx="1"/>
          </p:cNvCxnSpPr>
          <p:nvPr/>
        </p:nvCxnSpPr>
        <p:spPr>
          <a:xfrm flipH="1">
            <a:off x="7256126" y="4501647"/>
            <a:ext cx="630574" cy="281877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B9A8CD54-9279-4651-B0D2-42A3BC151028}"/>
              </a:ext>
            </a:extLst>
          </p:cNvPr>
          <p:cNvCxnSpPr>
            <a:cxnSpLocks/>
            <a:stCxn id="169" idx="1"/>
          </p:cNvCxnSpPr>
          <p:nvPr/>
        </p:nvCxnSpPr>
        <p:spPr>
          <a:xfrm flipH="1">
            <a:off x="7127532" y="4798004"/>
            <a:ext cx="759168" cy="25531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7F6593A2-BA0D-432E-A95D-F12391426461}"/>
              </a:ext>
            </a:extLst>
          </p:cNvPr>
          <p:cNvCxnSpPr>
            <a:cxnSpLocks/>
            <a:stCxn id="170" idx="1"/>
          </p:cNvCxnSpPr>
          <p:nvPr/>
        </p:nvCxnSpPr>
        <p:spPr>
          <a:xfrm flipH="1">
            <a:off x="6991248" y="5094361"/>
            <a:ext cx="895452" cy="21111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F760FE5D-B8DE-436D-80D4-A55E794D3F35}"/>
              </a:ext>
            </a:extLst>
          </p:cNvPr>
          <p:cNvCxnSpPr>
            <a:cxnSpLocks/>
            <a:stCxn id="171" idx="1"/>
          </p:cNvCxnSpPr>
          <p:nvPr/>
        </p:nvCxnSpPr>
        <p:spPr>
          <a:xfrm flipH="1">
            <a:off x="6781998" y="5390718"/>
            <a:ext cx="1104702" cy="177513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6E2929F5-957A-4DCD-9C92-9E532F02E95D}"/>
              </a:ext>
            </a:extLst>
          </p:cNvPr>
          <p:cNvCxnSpPr>
            <a:cxnSpLocks/>
            <a:stCxn id="185" idx="1"/>
          </p:cNvCxnSpPr>
          <p:nvPr/>
        </p:nvCxnSpPr>
        <p:spPr>
          <a:xfrm flipH="1">
            <a:off x="6496914" y="5686702"/>
            <a:ext cx="1389786" cy="7347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626958D6-043E-457F-8DA6-61732C34F28F}"/>
              </a:ext>
            </a:extLst>
          </p:cNvPr>
          <p:cNvCxnSpPr>
            <a:cxnSpLocks/>
            <a:stCxn id="98" idx="1"/>
          </p:cNvCxnSpPr>
          <p:nvPr/>
        </p:nvCxnSpPr>
        <p:spPr>
          <a:xfrm flipH="1">
            <a:off x="6177004" y="5991697"/>
            <a:ext cx="1711718" cy="21338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D4362987-7E96-496D-A023-DFC3667DE2F3}"/>
              </a:ext>
            </a:extLst>
          </p:cNvPr>
          <p:cNvSpPr/>
          <p:nvPr/>
        </p:nvSpPr>
        <p:spPr>
          <a:xfrm>
            <a:off x="7888722" y="5883697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13</a:t>
            </a:r>
          </a:p>
        </p:txBody>
      </p: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86957925-CB2C-4B6D-B73A-F1811921A74F}"/>
              </a:ext>
            </a:extLst>
          </p:cNvPr>
          <p:cNvSpPr/>
          <p:nvPr/>
        </p:nvSpPr>
        <p:spPr>
          <a:xfrm>
            <a:off x="7886700" y="244649"/>
            <a:ext cx="502920" cy="2160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GND</a:t>
            </a:r>
          </a:p>
        </p:txBody>
      </p:sp>
      <p:sp>
        <p:nvSpPr>
          <p:cNvPr id="153" name="Rectangle: Rounded Corners 152">
            <a:extLst>
              <a:ext uri="{FF2B5EF4-FFF2-40B4-BE49-F238E27FC236}">
                <a16:creationId xmlns:a16="http://schemas.microsoft.com/office/drawing/2014/main" id="{84DD24AF-6150-465C-9B58-F6C8AB21017C}"/>
              </a:ext>
            </a:extLst>
          </p:cNvPr>
          <p:cNvSpPr/>
          <p:nvPr/>
        </p:nvSpPr>
        <p:spPr>
          <a:xfrm>
            <a:off x="7886700" y="541006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</a:t>
            </a:r>
          </a:p>
        </p:txBody>
      </p:sp>
      <p:sp>
        <p:nvSpPr>
          <p:cNvPr id="154" name="Rectangle: Rounded Corners 153">
            <a:extLst>
              <a:ext uri="{FF2B5EF4-FFF2-40B4-BE49-F238E27FC236}">
                <a16:creationId xmlns:a16="http://schemas.microsoft.com/office/drawing/2014/main" id="{CAD6A42C-F96B-4868-901E-15E747247E1D}"/>
              </a:ext>
            </a:extLst>
          </p:cNvPr>
          <p:cNvSpPr/>
          <p:nvPr/>
        </p:nvSpPr>
        <p:spPr>
          <a:xfrm>
            <a:off x="7886700" y="837363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2</a:t>
            </a: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82CB05BF-8FA5-4449-B6D8-4C60E7A0BC84}"/>
              </a:ext>
            </a:extLst>
          </p:cNvPr>
          <p:cNvSpPr/>
          <p:nvPr/>
        </p:nvSpPr>
        <p:spPr>
          <a:xfrm>
            <a:off x="7886700" y="1133720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43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58870C1F-4074-48CA-B9EF-8801CA75FD71}"/>
              </a:ext>
            </a:extLst>
          </p:cNvPr>
          <p:cNvSpPr/>
          <p:nvPr/>
        </p:nvSpPr>
        <p:spPr>
          <a:xfrm>
            <a:off x="7886700" y="1430077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44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74FE59CE-2BBA-48DE-9282-E32C2C909646}"/>
              </a:ext>
            </a:extLst>
          </p:cNvPr>
          <p:cNvSpPr/>
          <p:nvPr/>
        </p:nvSpPr>
        <p:spPr>
          <a:xfrm>
            <a:off x="7886700" y="1726434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42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E666F537-D986-4F9E-8055-4B690A53E654}"/>
              </a:ext>
            </a:extLst>
          </p:cNvPr>
          <p:cNvSpPr/>
          <p:nvPr/>
        </p:nvSpPr>
        <p:spPr>
          <a:xfrm>
            <a:off x="7886700" y="2022791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41</a:t>
            </a: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BE425ABD-6C36-41DC-BE3B-258FEECDEC6C}"/>
              </a:ext>
            </a:extLst>
          </p:cNvPr>
          <p:cNvSpPr/>
          <p:nvPr/>
        </p:nvSpPr>
        <p:spPr>
          <a:xfrm>
            <a:off x="7886700" y="2319148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40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C83745AE-F1AB-4289-AD01-9CBAD2FE2267}"/>
              </a:ext>
            </a:extLst>
          </p:cNvPr>
          <p:cNvSpPr/>
          <p:nvPr/>
        </p:nvSpPr>
        <p:spPr>
          <a:xfrm>
            <a:off x="7886700" y="2615505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39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450FFD54-E2D8-4288-A994-4A84D0BF9611}"/>
              </a:ext>
            </a:extLst>
          </p:cNvPr>
          <p:cNvSpPr/>
          <p:nvPr/>
        </p:nvSpPr>
        <p:spPr>
          <a:xfrm>
            <a:off x="7886700" y="2911862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38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D71C723F-AD73-431B-8881-E792408BC92D}"/>
              </a:ext>
            </a:extLst>
          </p:cNvPr>
          <p:cNvSpPr/>
          <p:nvPr/>
        </p:nvSpPr>
        <p:spPr>
          <a:xfrm>
            <a:off x="7886700" y="3208219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37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781E65BF-3788-4BE7-AF28-FECAC94825FF}"/>
              </a:ext>
            </a:extLst>
          </p:cNvPr>
          <p:cNvSpPr/>
          <p:nvPr/>
        </p:nvSpPr>
        <p:spPr>
          <a:xfrm>
            <a:off x="7886700" y="3504576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36</a:t>
            </a: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B9D7E0D0-1F72-4917-9099-29B320E87499}"/>
              </a:ext>
            </a:extLst>
          </p:cNvPr>
          <p:cNvSpPr/>
          <p:nvPr/>
        </p:nvSpPr>
        <p:spPr>
          <a:xfrm>
            <a:off x="7886700" y="3800933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35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DC3DD530-A6CE-4929-8CD4-E4B5F5705DA6}"/>
              </a:ext>
            </a:extLst>
          </p:cNvPr>
          <p:cNvSpPr/>
          <p:nvPr/>
        </p:nvSpPr>
        <p:spPr>
          <a:xfrm>
            <a:off x="7886700" y="4097290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0</a:t>
            </a:r>
          </a:p>
        </p:txBody>
      </p:sp>
      <p:sp>
        <p:nvSpPr>
          <p:cNvPr id="168" name="Rectangle: Rounded Corners 167">
            <a:extLst>
              <a:ext uri="{FF2B5EF4-FFF2-40B4-BE49-F238E27FC236}">
                <a16:creationId xmlns:a16="http://schemas.microsoft.com/office/drawing/2014/main" id="{40C8BC50-2E3E-40CC-BBCA-5F960BE43D51}"/>
              </a:ext>
            </a:extLst>
          </p:cNvPr>
          <p:cNvSpPr/>
          <p:nvPr/>
        </p:nvSpPr>
        <p:spPr>
          <a:xfrm>
            <a:off x="7886700" y="4393647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45</a:t>
            </a:r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48439EEB-6A4A-4E04-A59F-6FBE5C13A527}"/>
              </a:ext>
            </a:extLst>
          </p:cNvPr>
          <p:cNvSpPr/>
          <p:nvPr/>
        </p:nvSpPr>
        <p:spPr>
          <a:xfrm>
            <a:off x="7886700" y="4690004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48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359FECC0-F26A-41B6-A07E-486E4F2ED8BE}"/>
              </a:ext>
            </a:extLst>
          </p:cNvPr>
          <p:cNvSpPr/>
          <p:nvPr/>
        </p:nvSpPr>
        <p:spPr>
          <a:xfrm>
            <a:off x="7886700" y="4986361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47</a:t>
            </a:r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B10704CA-BCB2-4B2F-B837-0DB7759743B8}"/>
              </a:ext>
            </a:extLst>
          </p:cNvPr>
          <p:cNvSpPr/>
          <p:nvPr/>
        </p:nvSpPr>
        <p:spPr>
          <a:xfrm>
            <a:off x="7886700" y="5282718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21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8F2F32E7-CDF6-4253-A392-0CDC82600213}"/>
              </a:ext>
            </a:extLst>
          </p:cNvPr>
          <p:cNvSpPr/>
          <p:nvPr/>
        </p:nvSpPr>
        <p:spPr>
          <a:xfrm>
            <a:off x="7886700" y="5578702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14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01F69E07-6493-415C-83C0-D6923B3DB492}"/>
              </a:ext>
            </a:extLst>
          </p:cNvPr>
          <p:cNvSpPr/>
          <p:nvPr/>
        </p:nvSpPr>
        <p:spPr>
          <a:xfrm>
            <a:off x="3807108" y="244649"/>
            <a:ext cx="502919" cy="21600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GND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446213C-41C9-4AB3-8145-746F3D8A5D23}"/>
              </a:ext>
            </a:extLst>
          </p:cNvPr>
          <p:cNvSpPr/>
          <p:nvPr/>
        </p:nvSpPr>
        <p:spPr>
          <a:xfrm>
            <a:off x="3802380" y="541006"/>
            <a:ext cx="502919" cy="216000"/>
          </a:xfrm>
          <a:prstGeom prst="roundRect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/>
              <a:t>3V3</a:t>
            </a: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C81BEEA8-DE22-40A3-889E-60821616B024}"/>
              </a:ext>
            </a:extLst>
          </p:cNvPr>
          <p:cNvSpPr/>
          <p:nvPr/>
        </p:nvSpPr>
        <p:spPr>
          <a:xfrm>
            <a:off x="3802380" y="837363"/>
            <a:ext cx="502919" cy="216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EN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696A0064-8ED7-49B1-AFF9-EEECCE129106}"/>
              </a:ext>
            </a:extLst>
          </p:cNvPr>
          <p:cNvSpPr/>
          <p:nvPr/>
        </p:nvSpPr>
        <p:spPr>
          <a:xfrm>
            <a:off x="3802380" y="1133720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9C587193-4FD9-4C51-B56B-982403365A7F}"/>
              </a:ext>
            </a:extLst>
          </p:cNvPr>
          <p:cNvSpPr/>
          <p:nvPr/>
        </p:nvSpPr>
        <p:spPr>
          <a:xfrm>
            <a:off x="3802380" y="1430077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5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40AC0DC4-BFF3-4875-A802-FE11B0831694}"/>
              </a:ext>
            </a:extLst>
          </p:cNvPr>
          <p:cNvSpPr/>
          <p:nvPr/>
        </p:nvSpPr>
        <p:spPr>
          <a:xfrm>
            <a:off x="3802380" y="1726434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6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FF9EE5F2-A178-4A77-A9DE-800F60E03935}"/>
              </a:ext>
            </a:extLst>
          </p:cNvPr>
          <p:cNvSpPr/>
          <p:nvPr/>
        </p:nvSpPr>
        <p:spPr>
          <a:xfrm>
            <a:off x="3802380" y="2022791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7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AC577A73-152C-4D54-A49F-6963B2167AAC}"/>
              </a:ext>
            </a:extLst>
          </p:cNvPr>
          <p:cNvSpPr/>
          <p:nvPr/>
        </p:nvSpPr>
        <p:spPr>
          <a:xfrm>
            <a:off x="3802380" y="2319148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15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D3F7B841-00EE-48BF-AB97-4334EEC89A30}"/>
              </a:ext>
            </a:extLst>
          </p:cNvPr>
          <p:cNvSpPr/>
          <p:nvPr/>
        </p:nvSpPr>
        <p:spPr>
          <a:xfrm>
            <a:off x="3802380" y="2615505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16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9D60896-BDC0-4647-B14E-DA769BEDB3AA}"/>
              </a:ext>
            </a:extLst>
          </p:cNvPr>
          <p:cNvSpPr/>
          <p:nvPr/>
        </p:nvSpPr>
        <p:spPr>
          <a:xfrm>
            <a:off x="3802380" y="2911862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17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5C009E1C-D410-4FB8-BDBF-CDB3CD253B19}"/>
              </a:ext>
            </a:extLst>
          </p:cNvPr>
          <p:cNvSpPr/>
          <p:nvPr/>
        </p:nvSpPr>
        <p:spPr>
          <a:xfrm>
            <a:off x="3802380" y="3208219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18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B31615D3-114A-4A94-8D51-51C68B94897A}"/>
              </a:ext>
            </a:extLst>
          </p:cNvPr>
          <p:cNvSpPr/>
          <p:nvPr/>
        </p:nvSpPr>
        <p:spPr>
          <a:xfrm>
            <a:off x="3802380" y="3504576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8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C396C0C2-7E09-475F-A159-FABB40295D2E}"/>
              </a:ext>
            </a:extLst>
          </p:cNvPr>
          <p:cNvSpPr/>
          <p:nvPr/>
        </p:nvSpPr>
        <p:spPr>
          <a:xfrm>
            <a:off x="3802380" y="3800933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19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5E825C9C-6063-42D0-936F-35E3CCEBEA31}"/>
              </a:ext>
            </a:extLst>
          </p:cNvPr>
          <p:cNvSpPr/>
          <p:nvPr/>
        </p:nvSpPr>
        <p:spPr>
          <a:xfrm>
            <a:off x="3802380" y="4097290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20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2C620595-05E1-4E06-96D3-01C81D430E51}"/>
              </a:ext>
            </a:extLst>
          </p:cNvPr>
          <p:cNvSpPr/>
          <p:nvPr/>
        </p:nvSpPr>
        <p:spPr>
          <a:xfrm>
            <a:off x="3802380" y="4393647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3</a:t>
            </a:r>
          </a:p>
        </p:txBody>
      </p:sp>
      <p:sp>
        <p:nvSpPr>
          <p:cNvPr id="179" name="Rectangle: Rounded Corners 178">
            <a:extLst>
              <a:ext uri="{FF2B5EF4-FFF2-40B4-BE49-F238E27FC236}">
                <a16:creationId xmlns:a16="http://schemas.microsoft.com/office/drawing/2014/main" id="{96E57E35-36FD-4CBC-9DC4-B883FDA5470D}"/>
              </a:ext>
            </a:extLst>
          </p:cNvPr>
          <p:cNvSpPr/>
          <p:nvPr/>
        </p:nvSpPr>
        <p:spPr>
          <a:xfrm>
            <a:off x="3802380" y="4690004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46</a:t>
            </a:r>
          </a:p>
        </p:txBody>
      </p:sp>
      <p:sp>
        <p:nvSpPr>
          <p:cNvPr id="180" name="Rectangle: Rounded Corners 179">
            <a:extLst>
              <a:ext uri="{FF2B5EF4-FFF2-40B4-BE49-F238E27FC236}">
                <a16:creationId xmlns:a16="http://schemas.microsoft.com/office/drawing/2014/main" id="{42EEE380-70D2-4179-9201-C22DE46F4035}"/>
              </a:ext>
            </a:extLst>
          </p:cNvPr>
          <p:cNvSpPr/>
          <p:nvPr/>
        </p:nvSpPr>
        <p:spPr>
          <a:xfrm>
            <a:off x="3802380" y="4986361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9</a:t>
            </a:r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7305858B-D18D-48A1-BB9E-44E5E9BD25DC}"/>
              </a:ext>
            </a:extLst>
          </p:cNvPr>
          <p:cNvSpPr/>
          <p:nvPr/>
        </p:nvSpPr>
        <p:spPr>
          <a:xfrm>
            <a:off x="3802380" y="5282718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10</a:t>
            </a: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59D2F261-F225-41FD-8D93-321C1FCB98DC}"/>
              </a:ext>
            </a:extLst>
          </p:cNvPr>
          <p:cNvSpPr/>
          <p:nvPr/>
        </p:nvSpPr>
        <p:spPr>
          <a:xfrm>
            <a:off x="3802380" y="5574841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11</a:t>
            </a:r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BA690FB2-B18B-4085-8403-6D8C8AC55995}"/>
              </a:ext>
            </a:extLst>
          </p:cNvPr>
          <p:cNvSpPr/>
          <p:nvPr/>
        </p:nvSpPr>
        <p:spPr>
          <a:xfrm>
            <a:off x="3802380" y="5883697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225474-6AED-46C9-80AC-4734CFE154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48381" y="247458"/>
            <a:ext cx="2895238" cy="40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820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5239FC40-22B3-4802-A0A9-23B503AB1BD7}"/>
              </a:ext>
            </a:extLst>
          </p:cNvPr>
          <p:cNvCxnSpPr>
            <a:cxnSpLocks/>
            <a:stCxn id="141" idx="3"/>
          </p:cNvCxnSpPr>
          <p:nvPr/>
        </p:nvCxnSpPr>
        <p:spPr>
          <a:xfrm>
            <a:off x="4754602" y="829079"/>
            <a:ext cx="816154" cy="1325329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B1E84C2-1D4A-4B0F-ADD7-8FBA5CC4EBF2}"/>
              </a:ext>
            </a:extLst>
          </p:cNvPr>
          <p:cNvCxnSpPr>
            <a:cxnSpLocks/>
            <a:stCxn id="143" idx="3"/>
          </p:cNvCxnSpPr>
          <p:nvPr/>
        </p:nvCxnSpPr>
        <p:spPr>
          <a:xfrm>
            <a:off x="4754602" y="1637395"/>
            <a:ext cx="650401" cy="742979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AC22A2C8-732A-4061-84B4-CFF4BD6AFF56}"/>
              </a:ext>
            </a:extLst>
          </p:cNvPr>
          <p:cNvCxnSpPr>
            <a:cxnSpLocks/>
            <a:stCxn id="142" idx="3"/>
          </p:cNvCxnSpPr>
          <p:nvPr/>
        </p:nvCxnSpPr>
        <p:spPr>
          <a:xfrm>
            <a:off x="4754602" y="1233436"/>
            <a:ext cx="720070" cy="100320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5C36E631-FB5C-4181-8CA6-DEF138F24B3F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4754603" y="2046408"/>
            <a:ext cx="551045" cy="43495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C74588A2-5291-43A4-8218-DF77066FB0F9}"/>
              </a:ext>
            </a:extLst>
          </p:cNvPr>
          <p:cNvCxnSpPr>
            <a:cxnSpLocks/>
            <a:stCxn id="145" idx="3"/>
          </p:cNvCxnSpPr>
          <p:nvPr/>
        </p:nvCxnSpPr>
        <p:spPr>
          <a:xfrm>
            <a:off x="4754604" y="2452588"/>
            <a:ext cx="442236" cy="113404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1074D9AE-1FCE-4199-832F-9904FFE3F962}"/>
              </a:ext>
            </a:extLst>
          </p:cNvPr>
          <p:cNvCxnSpPr>
            <a:cxnSpLocks/>
            <a:endCxn id="147" idx="3"/>
          </p:cNvCxnSpPr>
          <p:nvPr/>
        </p:nvCxnSpPr>
        <p:spPr>
          <a:xfrm flipH="1">
            <a:off x="4754604" y="2982400"/>
            <a:ext cx="623212" cy="28125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1C9BC132-7DC0-4C98-95E9-8D357C0AC128}"/>
              </a:ext>
            </a:extLst>
          </p:cNvPr>
          <p:cNvCxnSpPr>
            <a:cxnSpLocks/>
            <a:endCxn id="146" idx="3"/>
          </p:cNvCxnSpPr>
          <p:nvPr/>
        </p:nvCxnSpPr>
        <p:spPr>
          <a:xfrm flipH="1" flipV="1">
            <a:off x="4754602" y="2855037"/>
            <a:ext cx="551046" cy="67699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13D1224D-7089-47BE-8201-F5935D276A43}"/>
              </a:ext>
            </a:extLst>
          </p:cNvPr>
          <p:cNvCxnSpPr>
            <a:cxnSpLocks/>
            <a:endCxn id="148" idx="3"/>
          </p:cNvCxnSpPr>
          <p:nvPr/>
        </p:nvCxnSpPr>
        <p:spPr>
          <a:xfrm flipH="1">
            <a:off x="4754519" y="3133794"/>
            <a:ext cx="901512" cy="541885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942C2A85-5905-4319-9AB9-9333D3DA0197}"/>
              </a:ext>
            </a:extLst>
          </p:cNvPr>
          <p:cNvCxnSpPr>
            <a:cxnSpLocks/>
            <a:endCxn id="149" idx="3"/>
          </p:cNvCxnSpPr>
          <p:nvPr/>
        </p:nvCxnSpPr>
        <p:spPr>
          <a:xfrm flipH="1">
            <a:off x="4754519" y="3244343"/>
            <a:ext cx="980445" cy="84300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CCA57ED3-3EDA-4C0E-B8A9-4FCC5FAEE76B}"/>
              </a:ext>
            </a:extLst>
          </p:cNvPr>
          <p:cNvCxnSpPr>
            <a:cxnSpLocks/>
            <a:endCxn id="150" idx="3"/>
          </p:cNvCxnSpPr>
          <p:nvPr/>
        </p:nvCxnSpPr>
        <p:spPr>
          <a:xfrm flipH="1">
            <a:off x="4754519" y="3331351"/>
            <a:ext cx="1068417" cy="1162173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61516B37-C2EC-4742-A19C-34C9F27CBEBD}"/>
              </a:ext>
            </a:extLst>
          </p:cNvPr>
          <p:cNvCxnSpPr>
            <a:cxnSpLocks/>
            <a:endCxn id="151" idx="3"/>
          </p:cNvCxnSpPr>
          <p:nvPr/>
        </p:nvCxnSpPr>
        <p:spPr>
          <a:xfrm flipH="1">
            <a:off x="4754519" y="3410921"/>
            <a:ext cx="1219379" cy="1491218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D58D1246-BD6C-490A-8490-69B8D77B82BB}"/>
              </a:ext>
            </a:extLst>
          </p:cNvPr>
          <p:cNvCxnSpPr>
            <a:cxnSpLocks/>
            <a:endCxn id="173" idx="3"/>
          </p:cNvCxnSpPr>
          <p:nvPr/>
        </p:nvCxnSpPr>
        <p:spPr>
          <a:xfrm flipH="1">
            <a:off x="4754519" y="3497069"/>
            <a:ext cx="1330873" cy="1809427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67DA8811-BA48-465F-8FF1-03167A55C687}"/>
              </a:ext>
            </a:extLst>
          </p:cNvPr>
          <p:cNvCxnSpPr>
            <a:cxnSpLocks/>
            <a:stCxn id="155" idx="1"/>
          </p:cNvCxnSpPr>
          <p:nvPr/>
        </p:nvCxnSpPr>
        <p:spPr>
          <a:xfrm flipH="1">
            <a:off x="6578327" y="829079"/>
            <a:ext cx="869138" cy="134277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78F7EFED-98FF-4EF9-97BC-5E05BEC04276}"/>
              </a:ext>
            </a:extLst>
          </p:cNvPr>
          <p:cNvCxnSpPr>
            <a:cxnSpLocks/>
            <a:endCxn id="156" idx="1"/>
          </p:cNvCxnSpPr>
          <p:nvPr/>
        </p:nvCxnSpPr>
        <p:spPr>
          <a:xfrm flipV="1">
            <a:off x="6717330" y="1233436"/>
            <a:ext cx="730135" cy="989316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475A468D-7092-4270-8638-A5D43C8FF044}"/>
              </a:ext>
            </a:extLst>
          </p:cNvPr>
          <p:cNvCxnSpPr>
            <a:cxnSpLocks/>
            <a:endCxn id="157" idx="1"/>
          </p:cNvCxnSpPr>
          <p:nvPr/>
        </p:nvCxnSpPr>
        <p:spPr>
          <a:xfrm flipV="1">
            <a:off x="6813414" y="1637395"/>
            <a:ext cx="634051" cy="68998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923D58E3-ACFF-451B-9C2C-9AC3FE091F3B}"/>
              </a:ext>
            </a:extLst>
          </p:cNvPr>
          <p:cNvCxnSpPr>
            <a:cxnSpLocks/>
            <a:endCxn id="158" idx="1"/>
          </p:cNvCxnSpPr>
          <p:nvPr/>
        </p:nvCxnSpPr>
        <p:spPr>
          <a:xfrm flipV="1">
            <a:off x="6944545" y="2041354"/>
            <a:ext cx="502920" cy="371190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Straight Connector 261">
            <a:extLst>
              <a:ext uri="{FF2B5EF4-FFF2-40B4-BE49-F238E27FC236}">
                <a16:creationId xmlns:a16="http://schemas.microsoft.com/office/drawing/2014/main" id="{61D983F6-A899-4296-B564-C8D915B8B02B}"/>
              </a:ext>
            </a:extLst>
          </p:cNvPr>
          <p:cNvCxnSpPr>
            <a:cxnSpLocks/>
            <a:endCxn id="159" idx="1"/>
          </p:cNvCxnSpPr>
          <p:nvPr/>
        </p:nvCxnSpPr>
        <p:spPr>
          <a:xfrm flipV="1">
            <a:off x="6995162" y="2455950"/>
            <a:ext cx="452303" cy="273619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A2BEE514-7E5E-427C-8D54-72FDB57408B4}"/>
              </a:ext>
            </a:extLst>
          </p:cNvPr>
          <p:cNvCxnSpPr>
            <a:cxnSpLocks/>
            <a:endCxn id="165" idx="1"/>
          </p:cNvCxnSpPr>
          <p:nvPr/>
        </p:nvCxnSpPr>
        <p:spPr>
          <a:xfrm>
            <a:off x="6466831" y="3207043"/>
            <a:ext cx="980634" cy="128648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Straight Connector 263">
            <a:extLst>
              <a:ext uri="{FF2B5EF4-FFF2-40B4-BE49-F238E27FC236}">
                <a16:creationId xmlns:a16="http://schemas.microsoft.com/office/drawing/2014/main" id="{DEE4B1BF-F6E6-4637-89C3-E859030E13BB}"/>
              </a:ext>
            </a:extLst>
          </p:cNvPr>
          <p:cNvCxnSpPr>
            <a:cxnSpLocks/>
            <a:stCxn id="164" idx="1"/>
          </p:cNvCxnSpPr>
          <p:nvPr/>
        </p:nvCxnSpPr>
        <p:spPr>
          <a:xfrm flipH="1" flipV="1">
            <a:off x="6607721" y="3152278"/>
            <a:ext cx="839744" cy="935066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Straight Connector 264">
            <a:extLst>
              <a:ext uri="{FF2B5EF4-FFF2-40B4-BE49-F238E27FC236}">
                <a16:creationId xmlns:a16="http://schemas.microsoft.com/office/drawing/2014/main" id="{D6B5F7F7-7C85-44CA-9AEE-2044010137AA}"/>
              </a:ext>
            </a:extLst>
          </p:cNvPr>
          <p:cNvCxnSpPr>
            <a:cxnSpLocks/>
            <a:endCxn id="163" idx="1"/>
          </p:cNvCxnSpPr>
          <p:nvPr/>
        </p:nvCxnSpPr>
        <p:spPr>
          <a:xfrm>
            <a:off x="6705765" y="3018129"/>
            <a:ext cx="741700" cy="664858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Straight Connector 265">
            <a:extLst>
              <a:ext uri="{FF2B5EF4-FFF2-40B4-BE49-F238E27FC236}">
                <a16:creationId xmlns:a16="http://schemas.microsoft.com/office/drawing/2014/main" id="{829345BB-348F-477C-8045-0F559A84DA1F}"/>
              </a:ext>
            </a:extLst>
          </p:cNvPr>
          <p:cNvCxnSpPr>
            <a:cxnSpLocks/>
            <a:endCxn id="162" idx="1"/>
          </p:cNvCxnSpPr>
          <p:nvPr/>
        </p:nvCxnSpPr>
        <p:spPr>
          <a:xfrm>
            <a:off x="6813414" y="2924290"/>
            <a:ext cx="634051" cy="350082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A8C3FA4C-596B-49F0-8A6A-8E2DF7A84F34}"/>
              </a:ext>
            </a:extLst>
          </p:cNvPr>
          <p:cNvCxnSpPr>
            <a:cxnSpLocks/>
            <a:stCxn id="160" idx="1"/>
          </p:cNvCxnSpPr>
          <p:nvPr/>
        </p:nvCxnSpPr>
        <p:spPr>
          <a:xfrm flipH="1" flipV="1">
            <a:off x="6944545" y="2816503"/>
            <a:ext cx="502920" cy="52955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35C3D5DD-409E-494E-B598-8A39EFA121C6}"/>
              </a:ext>
            </a:extLst>
          </p:cNvPr>
          <p:cNvCxnSpPr>
            <a:cxnSpLocks/>
            <a:endCxn id="99" idx="1"/>
          </p:cNvCxnSpPr>
          <p:nvPr/>
        </p:nvCxnSpPr>
        <p:spPr>
          <a:xfrm>
            <a:off x="6126663" y="3643060"/>
            <a:ext cx="1320803" cy="1663436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>
            <a:extLst>
              <a:ext uri="{FF2B5EF4-FFF2-40B4-BE49-F238E27FC236}">
                <a16:creationId xmlns:a16="http://schemas.microsoft.com/office/drawing/2014/main" id="{3E01B222-3424-4BC1-960E-01172609AB76}"/>
              </a:ext>
            </a:extLst>
          </p:cNvPr>
          <p:cNvCxnSpPr>
            <a:cxnSpLocks/>
            <a:endCxn id="167" idx="1"/>
          </p:cNvCxnSpPr>
          <p:nvPr/>
        </p:nvCxnSpPr>
        <p:spPr>
          <a:xfrm>
            <a:off x="6424613" y="3386938"/>
            <a:ext cx="1022852" cy="1515201"/>
          </a:xfrm>
          <a:prstGeom prst="line">
            <a:avLst/>
          </a:prstGeom>
          <a:ln w="38100" cap="rnd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82CB05BF-8FA5-4449-B6D8-4C60E7A0BC84}"/>
              </a:ext>
            </a:extLst>
          </p:cNvPr>
          <p:cNvSpPr/>
          <p:nvPr/>
        </p:nvSpPr>
        <p:spPr>
          <a:xfrm>
            <a:off x="7447465" y="721079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21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58870C1F-4074-48CA-B9EF-8801CA75FD71}"/>
              </a:ext>
            </a:extLst>
          </p:cNvPr>
          <p:cNvSpPr/>
          <p:nvPr/>
        </p:nvSpPr>
        <p:spPr>
          <a:xfrm>
            <a:off x="7447465" y="1125436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20</a:t>
            </a:r>
          </a:p>
        </p:txBody>
      </p:sp>
      <p:sp>
        <p:nvSpPr>
          <p:cNvPr id="157" name="Rectangle: Rounded Corners 156">
            <a:extLst>
              <a:ext uri="{FF2B5EF4-FFF2-40B4-BE49-F238E27FC236}">
                <a16:creationId xmlns:a16="http://schemas.microsoft.com/office/drawing/2014/main" id="{74FE59CE-2BBA-48DE-9282-E32C2C909646}"/>
              </a:ext>
            </a:extLst>
          </p:cNvPr>
          <p:cNvSpPr/>
          <p:nvPr/>
        </p:nvSpPr>
        <p:spPr>
          <a:xfrm>
            <a:off x="7447465" y="1529395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19</a:t>
            </a:r>
          </a:p>
        </p:txBody>
      </p:sp>
      <p:sp>
        <p:nvSpPr>
          <p:cNvPr id="158" name="Rectangle: Rounded Corners 157">
            <a:extLst>
              <a:ext uri="{FF2B5EF4-FFF2-40B4-BE49-F238E27FC236}">
                <a16:creationId xmlns:a16="http://schemas.microsoft.com/office/drawing/2014/main" id="{E666F537-D986-4F9E-8055-4B690A53E654}"/>
              </a:ext>
            </a:extLst>
          </p:cNvPr>
          <p:cNvSpPr/>
          <p:nvPr/>
        </p:nvSpPr>
        <p:spPr>
          <a:xfrm>
            <a:off x="7447465" y="1933354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18</a:t>
            </a:r>
          </a:p>
        </p:txBody>
      </p:sp>
      <p:sp>
        <p:nvSpPr>
          <p:cNvPr id="159" name="Rectangle: Rounded Corners 158">
            <a:extLst>
              <a:ext uri="{FF2B5EF4-FFF2-40B4-BE49-F238E27FC236}">
                <a16:creationId xmlns:a16="http://schemas.microsoft.com/office/drawing/2014/main" id="{BE425ABD-6C36-41DC-BE3B-258FEECDEC6C}"/>
              </a:ext>
            </a:extLst>
          </p:cNvPr>
          <p:cNvSpPr/>
          <p:nvPr/>
        </p:nvSpPr>
        <p:spPr>
          <a:xfrm>
            <a:off x="7447465" y="2347950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17</a:t>
            </a:r>
          </a:p>
        </p:txBody>
      </p:sp>
      <p:sp>
        <p:nvSpPr>
          <p:cNvPr id="160" name="Rectangle: Rounded Corners 159">
            <a:extLst>
              <a:ext uri="{FF2B5EF4-FFF2-40B4-BE49-F238E27FC236}">
                <a16:creationId xmlns:a16="http://schemas.microsoft.com/office/drawing/2014/main" id="{C83745AE-F1AB-4289-AD01-9CBAD2FE2267}"/>
              </a:ext>
            </a:extLst>
          </p:cNvPr>
          <p:cNvSpPr/>
          <p:nvPr/>
        </p:nvSpPr>
        <p:spPr>
          <a:xfrm>
            <a:off x="7447465" y="2761458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16</a:t>
            </a:r>
          </a:p>
        </p:txBody>
      </p:sp>
      <p:sp>
        <p:nvSpPr>
          <p:cNvPr id="162" name="Rectangle: Rounded Corners 161">
            <a:extLst>
              <a:ext uri="{FF2B5EF4-FFF2-40B4-BE49-F238E27FC236}">
                <a16:creationId xmlns:a16="http://schemas.microsoft.com/office/drawing/2014/main" id="{450FFD54-E2D8-4288-A994-4A84D0BF9611}"/>
              </a:ext>
            </a:extLst>
          </p:cNvPr>
          <p:cNvSpPr/>
          <p:nvPr/>
        </p:nvSpPr>
        <p:spPr>
          <a:xfrm>
            <a:off x="7447465" y="3166372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15</a:t>
            </a:r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D71C723F-AD73-431B-8881-E792408BC92D}"/>
              </a:ext>
            </a:extLst>
          </p:cNvPr>
          <p:cNvSpPr/>
          <p:nvPr/>
        </p:nvSpPr>
        <p:spPr>
          <a:xfrm>
            <a:off x="7447465" y="3574987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14</a:t>
            </a:r>
          </a:p>
        </p:txBody>
      </p:sp>
      <p:sp>
        <p:nvSpPr>
          <p:cNvPr id="164" name="Rectangle: Rounded Corners 163">
            <a:extLst>
              <a:ext uri="{FF2B5EF4-FFF2-40B4-BE49-F238E27FC236}">
                <a16:creationId xmlns:a16="http://schemas.microsoft.com/office/drawing/2014/main" id="{781E65BF-3788-4BE7-AF28-FECAC94825FF}"/>
              </a:ext>
            </a:extLst>
          </p:cNvPr>
          <p:cNvSpPr/>
          <p:nvPr/>
        </p:nvSpPr>
        <p:spPr>
          <a:xfrm>
            <a:off x="7447465" y="3979344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13</a:t>
            </a:r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B9D7E0D0-1F72-4917-9099-29B320E87499}"/>
              </a:ext>
            </a:extLst>
          </p:cNvPr>
          <p:cNvSpPr/>
          <p:nvPr/>
        </p:nvSpPr>
        <p:spPr>
          <a:xfrm>
            <a:off x="7447465" y="4385524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12</a:t>
            </a:r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DC3DD530-A6CE-4929-8CD4-E4B5F5705DA6}"/>
              </a:ext>
            </a:extLst>
          </p:cNvPr>
          <p:cNvSpPr/>
          <p:nvPr/>
        </p:nvSpPr>
        <p:spPr>
          <a:xfrm>
            <a:off x="7447465" y="4794139"/>
            <a:ext cx="502920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11</a:t>
            </a: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696A0064-8ED7-49B1-AFF9-EEECCE129106}"/>
              </a:ext>
            </a:extLst>
          </p:cNvPr>
          <p:cNvSpPr/>
          <p:nvPr/>
        </p:nvSpPr>
        <p:spPr>
          <a:xfrm>
            <a:off x="4251683" y="721079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0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9C587193-4FD9-4C51-B56B-982403365A7F}"/>
              </a:ext>
            </a:extLst>
          </p:cNvPr>
          <p:cNvSpPr/>
          <p:nvPr/>
        </p:nvSpPr>
        <p:spPr>
          <a:xfrm>
            <a:off x="4251683" y="1125436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40AC0DC4-BFF3-4875-A802-FE11B0831694}"/>
              </a:ext>
            </a:extLst>
          </p:cNvPr>
          <p:cNvSpPr/>
          <p:nvPr/>
        </p:nvSpPr>
        <p:spPr>
          <a:xfrm>
            <a:off x="4251683" y="1529395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2</a:t>
            </a: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AC577A73-152C-4D54-A49F-6963B2167AAC}"/>
              </a:ext>
            </a:extLst>
          </p:cNvPr>
          <p:cNvSpPr/>
          <p:nvPr/>
        </p:nvSpPr>
        <p:spPr>
          <a:xfrm>
            <a:off x="4251685" y="2344588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3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D3F7B841-00EE-48BF-AB97-4334EEC89A30}"/>
              </a:ext>
            </a:extLst>
          </p:cNvPr>
          <p:cNvSpPr/>
          <p:nvPr/>
        </p:nvSpPr>
        <p:spPr>
          <a:xfrm>
            <a:off x="4251683" y="2747037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4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9D60896-BDC0-4647-B14E-DA769BEDB3AA}"/>
              </a:ext>
            </a:extLst>
          </p:cNvPr>
          <p:cNvSpPr/>
          <p:nvPr/>
        </p:nvSpPr>
        <p:spPr>
          <a:xfrm>
            <a:off x="4251685" y="3155652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5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5C009E1C-D410-4FB8-BDBF-CDB3CD253B19}"/>
              </a:ext>
            </a:extLst>
          </p:cNvPr>
          <p:cNvSpPr/>
          <p:nvPr/>
        </p:nvSpPr>
        <p:spPr>
          <a:xfrm>
            <a:off x="4251600" y="3567679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6</a:t>
            </a: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B31615D3-114A-4A94-8D51-51C68B94897A}"/>
              </a:ext>
            </a:extLst>
          </p:cNvPr>
          <p:cNvSpPr/>
          <p:nvPr/>
        </p:nvSpPr>
        <p:spPr>
          <a:xfrm>
            <a:off x="4251600" y="3979344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7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C396C0C2-7E09-475F-A159-FABB40295D2E}"/>
              </a:ext>
            </a:extLst>
          </p:cNvPr>
          <p:cNvSpPr/>
          <p:nvPr/>
        </p:nvSpPr>
        <p:spPr>
          <a:xfrm>
            <a:off x="4251600" y="4385524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8</a:t>
            </a:r>
          </a:p>
        </p:txBody>
      </p:sp>
      <p:sp>
        <p:nvSpPr>
          <p:cNvPr id="151" name="Rectangle: Rounded Corners 150">
            <a:extLst>
              <a:ext uri="{FF2B5EF4-FFF2-40B4-BE49-F238E27FC236}">
                <a16:creationId xmlns:a16="http://schemas.microsoft.com/office/drawing/2014/main" id="{5E825C9C-6063-42D0-936F-35E3CCEBEA31}"/>
              </a:ext>
            </a:extLst>
          </p:cNvPr>
          <p:cNvSpPr/>
          <p:nvPr/>
        </p:nvSpPr>
        <p:spPr>
          <a:xfrm>
            <a:off x="4251600" y="4794139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9</a:t>
            </a:r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2C620595-05E1-4E06-96D3-01C81D430E51}"/>
              </a:ext>
            </a:extLst>
          </p:cNvPr>
          <p:cNvSpPr/>
          <p:nvPr/>
        </p:nvSpPr>
        <p:spPr>
          <a:xfrm>
            <a:off x="4251600" y="5198496"/>
            <a:ext cx="502919" cy="216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10</a:t>
            </a:r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590BB0BE-D620-4DA6-86A4-0C00D6FF8C6D}"/>
              </a:ext>
            </a:extLst>
          </p:cNvPr>
          <p:cNvSpPr/>
          <p:nvPr/>
        </p:nvSpPr>
        <p:spPr>
          <a:xfrm>
            <a:off x="4251684" y="1938408"/>
            <a:ext cx="502919" cy="216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/>
              <a:t>EN</a:t>
            </a:r>
          </a:p>
        </p:txBody>
      </p:sp>
      <p:sp>
        <p:nvSpPr>
          <p:cNvPr id="99" name="Rectangle: Rounded Corners 98">
            <a:extLst>
              <a:ext uri="{FF2B5EF4-FFF2-40B4-BE49-F238E27FC236}">
                <a16:creationId xmlns:a16="http://schemas.microsoft.com/office/drawing/2014/main" id="{A3A2D93A-DD18-4DA2-A15B-1F3BE1DB5ED8}"/>
              </a:ext>
            </a:extLst>
          </p:cNvPr>
          <p:cNvSpPr/>
          <p:nvPr/>
        </p:nvSpPr>
        <p:spPr>
          <a:xfrm>
            <a:off x="7447466" y="5198496"/>
            <a:ext cx="502919" cy="216000"/>
          </a:xfrm>
          <a:prstGeom prst="roundRect">
            <a:avLst/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200" dirty="0"/>
              <a:t>GND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31C62D-7646-41B0-8AAD-EB9BE4020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340000">
            <a:off x="5243123" y="1813596"/>
            <a:ext cx="1695687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039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64</Words>
  <Application>Microsoft Office PowerPoint</Application>
  <PresentationFormat>Widescreen</PresentationFormat>
  <Paragraphs>64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Woods</dc:creator>
  <cp:lastModifiedBy>Michael Woods</cp:lastModifiedBy>
  <cp:revision>22</cp:revision>
  <cp:lastPrinted>2025-01-11T17:18:30Z</cp:lastPrinted>
  <dcterms:created xsi:type="dcterms:W3CDTF">2025-01-09T04:28:05Z</dcterms:created>
  <dcterms:modified xsi:type="dcterms:W3CDTF">2025-01-11T17:22:00Z</dcterms:modified>
</cp:coreProperties>
</file>